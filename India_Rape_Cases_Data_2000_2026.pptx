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Rape Cases in India: 2000–2026 Context and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Year-Wise Statistics, Political Context, and Judicial Release Information</a:t>
            </a:r>
          </a:p>
          <a:p>
            <a:r>
              <a:t>Source: NCRB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Data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National Crime Records Bureau (NCRB) - 'Crime in India' reports.</a:t>
            </a:r>
          </a:p>
          <a:p>
            <a:r>
              <a:t>The numbers reflect registered cases under Section 376 IPC (and later POCSO).</a:t>
            </a:r>
          </a:p>
          <a:p>
            <a:r>
              <a:t>An increase in numbers post-2012 points to better reporting and broader legal definitions (following the Nirbhaya case), rather than purely an increase in crime rate.</a:t>
            </a:r>
          </a:p>
          <a:p>
            <a:r>
              <a:t>Data for 2024–2026: Official consolidated NCRB reports trail by 1-2 years, so exact figures for these years are pending compilation.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NCRB Data (2000 – 2013)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56032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Cases Registered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Ruling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Prime Minister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Atal Bihari Vajpayee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Atal Bihari Vajpayee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Atal Bihari Vajpayee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Atal Bihari Vajpayee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18,233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/ 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A.B. Vajpayee / 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19,348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21,467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21,397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22,172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24,206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24,923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33,707*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(INC-led)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Singh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NCRB Data (2014 –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56032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Cases Registered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Ruling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Prime Minister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36,735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UPA / 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Manmohan / 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34,651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38,947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32,559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33,356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28,046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31,677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31,516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NDA (BJP-led)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Narendra Modi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of Convicted Accused: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NCRB does not publish national aggregated statistics specifically on convicted rapists released.</a:t>
            </a:r>
          </a:p>
          <a:p>
            <a:r>
              <a:t>Overall Conviction Rate: Remains low (22% - 28%). Acquittals form the majority due to hostile witnesses, lack of evidence, and delays.</a:t>
            </a:r>
          </a:p>
          <a:p>
            <a:r>
              <a:t>Prison administration is a 'State Subject'. Premature release decisions are made by State Sentence Review Boards (SSRBs).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Reasons for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Remission of Sentence (Premature Release):</a:t>
            </a:r>
          </a:p>
          <a:p>
            <a:pPr lvl="1"/>
            <a:r>
              <a:t>Provided for 'good behavior', finishing 14 years jail term. Ex: 11 Bilkis Bano convicts were originally released by Gujarat govt via its 1992 policy (this was later struck down by the Supreme Court as illegal in 2024).</a:t>
            </a:r>
          </a:p>
          <a:p>
            <a:r>
              <a:t>2. Parole / Furlough:</a:t>
            </a:r>
          </a:p>
          <a:p>
            <a:pPr lvl="1"/>
            <a:r>
              <a:t>Temporary release for medical/family emergencies or societal ties. Ex: High profile cases like Gurmeet Ram Rahim getting recurrent parole, which sometimes sparks political debate.</a:t>
            </a:r>
          </a:p>
          <a:p>
            <a:r>
              <a:t>3. Completion of Standard Term:</a:t>
            </a:r>
          </a:p>
          <a:p>
            <a:pPr lvl="1"/>
            <a:r>
              <a:t>For cases without life imprisonment, standard terms are finished routinely.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